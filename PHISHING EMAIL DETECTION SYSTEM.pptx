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7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73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5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43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82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78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0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6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1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19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770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99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93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71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49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14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91AAAFB-A085-4302-84C0-A1DC5FDAAAA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24D1E8F-347E-4F8E-B9CB-DB220FD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1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4553-9500-D1A0-80FC-ABBFFC614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1348247"/>
            <a:ext cx="10520516" cy="932836"/>
          </a:xfrm>
        </p:spPr>
        <p:txBody>
          <a:bodyPr/>
          <a:lstStyle/>
          <a:p>
            <a:r>
              <a:rPr lang="en-IN" dirty="0"/>
              <a:t>PHISHING EMAIL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08FF3-D81D-E0CD-BAD2-BA4C4984A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8831" y="2281083"/>
            <a:ext cx="8689976" cy="607142"/>
          </a:xfrm>
        </p:spPr>
        <p:txBody>
          <a:bodyPr/>
          <a:lstStyle/>
          <a:p>
            <a:r>
              <a:rPr lang="en-US" dirty="0"/>
              <a:t>Rule-Based Email Analysis Using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79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615C-27BE-9E2B-0D0A-6295B8EA4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328" y="396217"/>
            <a:ext cx="4344988" cy="587009"/>
          </a:xfrm>
        </p:spPr>
        <p:txBody>
          <a:bodyPr>
            <a:normAutofit fontScale="90000"/>
          </a:bodyPr>
          <a:lstStyle/>
          <a:p>
            <a:r>
              <a:rPr lang="en-US" dirty="0"/>
              <a:t>A</a:t>
            </a:r>
            <a:r>
              <a:rPr lang="en-IN" dirty="0"/>
              <a:t>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1ADF3-B0ED-AADB-0A46-305006AA7A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10813" y="1106471"/>
            <a:ext cx="685308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Phishing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&amp; Technologies Used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Workflow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Explanation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Techniques Used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Demonstration (Output)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90090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E2D8-B67C-6D1F-616B-8FA9A412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52" y="549691"/>
            <a:ext cx="4720109" cy="68917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3F5DEA-823A-381A-2597-A651471B54A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40439" y="1509973"/>
            <a:ext cx="852467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is a cyber attack performed using fake emails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Attackers trick users into clicking malicious links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emails look genuine but are harmful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attacks lead to data theft and financial loss</a:t>
            </a:r>
          </a:p>
        </p:txBody>
      </p:sp>
    </p:spTree>
    <p:extLst>
      <p:ext uri="{BB962C8B-B14F-4D97-AF65-F5344CB8AC3E}">
        <p14:creationId xmlns:p14="http://schemas.microsoft.com/office/powerpoint/2010/main" val="29968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90FD-4333-B4B0-E449-455E893F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26" y="593176"/>
            <a:ext cx="4729941" cy="798089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04E0C4-1B09-5C38-F4BA-355836C2205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22175" y="1941759"/>
            <a:ext cx="103635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cannot easily identify phishing emails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links and urgent messages mislead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detection is unreliable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automated detection system is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05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1AB3-DA9E-9725-041A-52E189E7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45694"/>
            <a:ext cx="4336651" cy="881662"/>
          </a:xfrm>
        </p:spPr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DC3709-F7B2-3CC2-CC7D-434F91B26F6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89076" y="1618142"/>
            <a:ext cx="826955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detect phishing emails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email content for suspicious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detect malicious links using Regular Expressions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emails into High, Medium, or Low risk</a:t>
            </a:r>
          </a:p>
        </p:txBody>
      </p:sp>
    </p:spTree>
    <p:extLst>
      <p:ext uri="{BB962C8B-B14F-4D97-AF65-F5344CB8AC3E}">
        <p14:creationId xmlns:p14="http://schemas.microsoft.com/office/powerpoint/2010/main" val="88231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0D0F-63C1-DBF7-28D5-35A9302EE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433" y="402207"/>
            <a:ext cx="6873373" cy="871071"/>
          </a:xfrm>
        </p:spPr>
        <p:txBody>
          <a:bodyPr>
            <a:normAutofit/>
          </a:bodyPr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86DE06-4C24-6A1E-B594-A911AF85926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582367" y="1667303"/>
            <a:ext cx="87415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Expressions (Regex)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File-based Email Analysis</a:t>
            </a:r>
          </a:p>
        </p:txBody>
      </p:sp>
    </p:spTree>
    <p:extLst>
      <p:ext uri="{BB962C8B-B14F-4D97-AF65-F5344CB8AC3E}">
        <p14:creationId xmlns:p14="http://schemas.microsoft.com/office/powerpoint/2010/main" val="39296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3662-5D9A-6A9C-A7B6-B602A38F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8"/>
            <a:ext cx="4543128" cy="807160"/>
          </a:xfrm>
        </p:spPr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068712-3FE6-4F6B-1EAF-5F618B9A25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5619" y="1806654"/>
            <a:ext cx="10363826" cy="3424107"/>
          </a:xfrm>
        </p:spPr>
        <p:txBody>
          <a:bodyPr/>
          <a:lstStyle/>
          <a:p>
            <a:r>
              <a:rPr lang="en-US" dirty="0"/>
              <a:t>User selects the email type</a:t>
            </a:r>
          </a:p>
          <a:p>
            <a:r>
              <a:rPr lang="en-US" dirty="0"/>
              <a:t>Email content is read from file</a:t>
            </a:r>
          </a:p>
          <a:p>
            <a:r>
              <a:rPr lang="en-US" dirty="0"/>
              <a:t>Keyword-based analysis is performed</a:t>
            </a:r>
          </a:p>
          <a:p>
            <a:r>
              <a:rPr lang="en-US" dirty="0"/>
              <a:t>URLs are extracted using Regex</a:t>
            </a:r>
          </a:p>
          <a:p>
            <a:r>
              <a:rPr lang="en-US" dirty="0"/>
              <a:t>Phishing risk score is calculated</a:t>
            </a:r>
          </a:p>
          <a:p>
            <a:r>
              <a:rPr lang="en-US" dirty="0"/>
              <a:t>Email is classified based on risk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65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6F87-CBCD-665A-8F5C-45A757D0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4523464" cy="974309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E62207-985A-012C-3468-65AD89429EA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61257" y="1592826"/>
            <a:ext cx="674094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allows the user to select an email for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selected email content is read from 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text is converted to lowercase for accurate matching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phishing keywords are 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URLs are extracted using Regex and checked for fake domains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rule-based risk score is calculated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email is classified as High, Medium, or Low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28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2988-F503-84B3-EFF8-E54D8CD87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20653"/>
            <a:ext cx="5122607" cy="865695"/>
          </a:xfrm>
        </p:spPr>
        <p:txBody>
          <a:bodyPr/>
          <a:lstStyle/>
          <a:p>
            <a:r>
              <a:rPr lang="en-IN" dirty="0"/>
              <a:t>PHISHING EMAIL INPUT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4433DE-AE1D-A4FB-AAA8-F6D1B500E20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90443" y="1668937"/>
            <a:ext cx="88598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phishing email used for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urgent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a fake malicious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Simulates a real-world phishing attack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B53895-F4D1-091B-1BAA-DF7F8F5AA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297" y="1501305"/>
            <a:ext cx="6706226" cy="368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27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E6D0-1A53-CC6B-B2E2-B8EF63FF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55" y="392374"/>
            <a:ext cx="5644341" cy="1043135"/>
          </a:xfrm>
        </p:spPr>
        <p:txBody>
          <a:bodyPr/>
          <a:lstStyle/>
          <a:p>
            <a:r>
              <a:rPr lang="en-IN" dirty="0"/>
              <a:t>PHISHING EMAIL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C19627-C8F9-81F4-9BCF-18C72A3ABF3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97659" y="1632154"/>
            <a:ext cx="93573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keywords detected</a:t>
            </a: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Malicious URL 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score calculated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classified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PHISHING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9A1C0F-E1EF-5EC4-0FCF-75A8CB0B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659" y="1511330"/>
            <a:ext cx="5796354" cy="291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28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6CC9-D9CD-6C2A-12E4-FEA3DF18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00" y="313718"/>
            <a:ext cx="4474301" cy="964476"/>
          </a:xfrm>
        </p:spPr>
        <p:txBody>
          <a:bodyPr/>
          <a:lstStyle/>
          <a:p>
            <a:r>
              <a:rPr lang="en-IN" dirty="0"/>
              <a:t>SAFE EMAIL INPUT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729A8E-AEEF-A10D-37FE-ADF60B93E44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94173" y="1278194"/>
            <a:ext cx="53099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Legitimate email used for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urgent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malicious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a normal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13F6E04-FD9A-A0F1-C756-4EBEDEB0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29" y="1314459"/>
            <a:ext cx="6815927" cy="341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9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A626-6599-9E5B-0D4C-735F2839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8"/>
            <a:ext cx="4838096" cy="885818"/>
          </a:xfrm>
        </p:spPr>
        <p:txBody>
          <a:bodyPr/>
          <a:lstStyle/>
          <a:p>
            <a:r>
              <a:rPr lang="en-IN" dirty="0"/>
              <a:t>SAFE EMAIL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7417E9-A33B-ACE1-7C6A-2495D2717E8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6" y="1587798"/>
            <a:ext cx="51822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suspicious keywords 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malicious links found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phishing risk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classified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RISK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18AEDA-B228-0CE3-BFD6-215F47273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083" y="1406013"/>
            <a:ext cx="6465931" cy="35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4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9B2C-575F-2A08-8897-07B12C4B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4" y="268712"/>
            <a:ext cx="8407206" cy="1596177"/>
          </a:xfrm>
        </p:spPr>
        <p:txBody>
          <a:bodyPr/>
          <a:lstStyle/>
          <a:p>
            <a:r>
              <a:rPr lang="en-IN"/>
              <a:t>PHISHING RISK SCORING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BF1E5-C6E5-3B6D-FA17-DB08F9EAD1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290" y="1716946"/>
            <a:ext cx="10363826" cy="342410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Each suspicious keyword increases risk score</a:t>
            </a:r>
          </a:p>
          <a:p>
            <a:r>
              <a:rPr lang="en-US" dirty="0"/>
              <a:t>Each detected link increases risk score</a:t>
            </a:r>
          </a:p>
          <a:p>
            <a:r>
              <a:rPr lang="en-US" dirty="0"/>
              <a:t>Higher score indicates higher phishing probability</a:t>
            </a:r>
          </a:p>
          <a:p>
            <a:r>
              <a:rPr lang="en-US" dirty="0"/>
              <a:t>Rule-based classification is applied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Risk Levels: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High Risk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Medium Risk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Low Risk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681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5E3A-0B59-165A-C713-17F5C989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98" y="539859"/>
            <a:ext cx="4120341" cy="856322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15FDD4-36CE-48FE-6263-6CFA54FC4CF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64613" y="1695953"/>
            <a:ext cx="80827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detects phishing emails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 and link-based analysis improves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positives are minimized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Blue Team defensive security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83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8221-381F-F4CE-BA6C-43AF42E23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014" y="392376"/>
            <a:ext cx="4710277" cy="1023470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FFC4EE-D78C-C1F3-CB88-1D832C95647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83123" y="1500756"/>
            <a:ext cx="46506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header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reputation checking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learning-based phishing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email scanning</a:t>
            </a:r>
          </a:p>
        </p:txBody>
      </p:sp>
    </p:spTree>
    <p:extLst>
      <p:ext uri="{BB962C8B-B14F-4D97-AF65-F5344CB8AC3E}">
        <p14:creationId xmlns:p14="http://schemas.microsoft.com/office/powerpoint/2010/main" val="4127751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E02F6-1DDE-E0B3-6917-67A504C7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191679"/>
            <a:ext cx="10364451" cy="1596177"/>
          </a:xfrm>
        </p:spPr>
        <p:txBody>
          <a:bodyPr/>
          <a:lstStyle/>
          <a:p>
            <a:r>
              <a:rPr lang="en-US" dirty="0"/>
              <a:t>Thank YOU 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59108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53</TotalTime>
  <Words>396</Words>
  <Application>Microsoft Office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Tw Cen MT</vt:lpstr>
      <vt:lpstr>Wingdings</vt:lpstr>
      <vt:lpstr>Droplet</vt:lpstr>
      <vt:lpstr>PHISHING EMAIL DETECTION SYSTEM</vt:lpstr>
      <vt:lpstr>AGenda</vt:lpstr>
      <vt:lpstr>INTRODUCTION</vt:lpstr>
      <vt:lpstr>PROBLEM STATEMENT</vt:lpstr>
      <vt:lpstr>PROJECT OBJECTIVE</vt:lpstr>
      <vt:lpstr>TOOLS &amp; TECHNOLOGIES USED</vt:lpstr>
      <vt:lpstr>SYSTEM WORKFLOW</vt:lpstr>
      <vt:lpstr>PROJECT EXPLANATION</vt:lpstr>
      <vt:lpstr>PHISHING EMAIL INPUT</vt:lpstr>
      <vt:lpstr>PHISHING EMAIL OUTPUT</vt:lpstr>
      <vt:lpstr>SAFE EMAIL INPUT</vt:lpstr>
      <vt:lpstr>SAFE EMAIL OUTPUT</vt:lpstr>
      <vt:lpstr>PHISHING RISK SCORING MECHANISM</vt:lpstr>
      <vt:lpstr>CONCLUSION</vt:lpstr>
      <vt:lpstr>FUTURE SCOPE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Jheel Bhandia</dc:creator>
  <cp:lastModifiedBy>Jheel Bhandia</cp:lastModifiedBy>
  <cp:revision>1</cp:revision>
  <dcterms:created xsi:type="dcterms:W3CDTF">2026-01-03T09:56:10Z</dcterms:created>
  <dcterms:modified xsi:type="dcterms:W3CDTF">2026-01-03T10:49:13Z</dcterms:modified>
</cp:coreProperties>
</file>